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V-Attend AI –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6E6"/>
                </a:solidFill>
              </a:defRPr>
            </a:pPr>
            <a:r>
              <a:t>🎤 User Voice Input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2801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6E6"/>
                </a:solidFill>
              </a:defRPr>
            </a:pPr>
            <a:r>
              <a:t>📱 Frontend App</a:t>
            </a:r>
          </a:p>
          <a:p>
            <a:pPr>
              <a:defRPr sz="1600" b="1">
                <a:solidFill>
                  <a:srgbClr val="E6E6E6"/>
                </a:solidFill>
              </a:defRPr>
            </a:pPr>
            <a:r>
              <a:t>(Web/Mobile)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28016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6E6"/>
                </a:solidFill>
              </a:defRPr>
            </a:pPr>
            <a:r>
              <a:t>🧠 Voice Processing</a:t>
            </a:r>
          </a:p>
          <a:p>
            <a:pPr>
              <a:defRPr sz="1600" b="1">
                <a:solidFill>
                  <a:srgbClr val="E6E6E6"/>
                </a:solidFill>
              </a:defRPr>
            </a:pPr>
            <a:r>
              <a:t>&amp;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27432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6E6"/>
                </a:solidFill>
              </a:defRPr>
            </a:pPr>
            <a:r>
              <a:t>📂 Attendance</a:t>
            </a:r>
          </a:p>
          <a:p>
            <a:pPr>
              <a:defRPr sz="1600" b="1">
                <a:solidFill>
                  <a:srgbClr val="E6E6E6"/>
                </a:solidFill>
              </a:defRPr>
            </a:pPr>
            <a:r>
              <a:t>Manager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74320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6E6"/>
                </a:solidFill>
              </a:defRPr>
            </a:pPr>
            <a:r>
              <a:t>🤖 GenAI</a:t>
            </a:r>
          </a:p>
          <a:p>
            <a:pPr>
              <a:defRPr sz="1600" b="1">
                <a:solidFill>
                  <a:srgbClr val="E6E6E6"/>
                </a:solidFill>
              </a:defRPr>
            </a:pPr>
            <a:r>
              <a:t>Reasoning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4206240"/>
            <a:ext cx="228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E6E6"/>
                </a:solidFill>
              </a:defRPr>
            </a:pPr>
            <a:r>
              <a:t>📊 Admin Dashboard</a:t>
            </a:r>
          </a:p>
          <a:p>
            <a:pPr>
              <a:defRPr sz="1600" b="1">
                <a:solidFill>
                  <a:srgbClr val="E6E6E6"/>
                </a:solidFill>
              </a:defRPr>
            </a:pPr>
            <a:r>
              <a:t>&amp; Insights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